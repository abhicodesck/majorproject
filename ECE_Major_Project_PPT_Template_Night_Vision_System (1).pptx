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D8F7A-222C-4801-B0FF-9409D2EF21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5B05E-778E-4AC1-AC9D-87CEF6766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25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5B05E-778E-4AC1-AC9D-87CEF676624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11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5B05E-778E-4AC1-AC9D-87CEF67662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9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4182" y="-228600"/>
            <a:ext cx="8420459" cy="3657600"/>
          </a:xfrm>
        </p:spPr>
        <p:txBody>
          <a:bodyPr>
            <a:normAutofit/>
          </a:bodyPr>
          <a:lstStyle/>
          <a:p>
            <a:r>
              <a:rPr b="1" u="sng" dirty="0">
                <a:latin typeface="Arial" panose="020B0604020202020204" pitchFamily="34" charset="0"/>
                <a:cs typeface="Arial" panose="020B0604020202020204" pitchFamily="34" charset="0"/>
              </a:rPr>
              <a:t>Smart Vision System for Night-Time Image Enhancement and Object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0979" y="5896897"/>
            <a:ext cx="5846866" cy="690716"/>
          </a:xfrm>
        </p:spPr>
        <p:txBody>
          <a:bodyPr>
            <a:normAutofit fontScale="85000" lnSpcReduction="20000"/>
          </a:bodyPr>
          <a:lstStyle/>
          <a:p>
            <a:pPr>
              <a:defRPr sz="2400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 Project Presentation</a:t>
            </a:r>
          </a:p>
          <a:p>
            <a:pPr>
              <a:defRPr sz="2400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ECE Department</a:t>
            </a:r>
            <a:endParaRPr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E9F36-273C-DF4A-C8E3-7602E16C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585" y="3153388"/>
            <a:ext cx="2533650" cy="2505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72E895-BBA7-A9CD-D1C2-44EC4BACC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712783"/>
              </p:ext>
            </p:extLst>
          </p:nvPr>
        </p:nvGraphicFramePr>
        <p:xfrm>
          <a:off x="1672354" y="2197510"/>
          <a:ext cx="8844116" cy="2676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2058">
                  <a:extLst>
                    <a:ext uri="{9D8B030D-6E8A-4147-A177-3AD203B41FA5}">
                      <a16:colId xmlns:a16="http://schemas.microsoft.com/office/drawing/2014/main" val="1612080209"/>
                    </a:ext>
                  </a:extLst>
                </a:gridCol>
                <a:gridCol w="4422058">
                  <a:extLst>
                    <a:ext uri="{9D8B030D-6E8A-4147-A177-3AD203B41FA5}">
                      <a16:colId xmlns:a16="http://schemas.microsoft.com/office/drawing/2014/main" val="2762854603"/>
                    </a:ext>
                  </a:extLst>
                </a:gridCol>
              </a:tblGrid>
              <a:tr h="53536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REGD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919954"/>
                  </a:ext>
                </a:extLst>
              </a:tr>
              <a:tr h="53536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ABHIJEET KUMAR MAHATO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2301020630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829221"/>
                  </a:ext>
                </a:extLst>
              </a:tr>
              <a:tr h="53536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ARYAN KUMAR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2301020636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792602"/>
                  </a:ext>
                </a:extLst>
              </a:tr>
              <a:tr h="53536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ANAND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2301020634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215844"/>
                  </a:ext>
                </a:extLst>
              </a:tr>
              <a:tr h="53536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VISHAL PANDEY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2401030067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2115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C49CEA-F547-EF17-8898-2636524CC5DA}"/>
              </a:ext>
            </a:extLst>
          </p:cNvPr>
          <p:cNvSpPr txBox="1"/>
          <p:nvPr/>
        </p:nvSpPr>
        <p:spPr>
          <a:xfrm>
            <a:off x="4314918" y="1130709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336838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6963" y="365760"/>
            <a:ext cx="30816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u="sng" dirty="0"/>
              <a:t>Problem </a:t>
            </a:r>
            <a:r>
              <a:rPr u="sng" dirty="0">
                <a:latin typeface="+mj-lt"/>
              </a:rPr>
              <a:t>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963" y="1285400"/>
            <a:ext cx="11240237" cy="428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Night-time CCTV images often suffer from low brightness and poor contrast. 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object identification: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objects such as people and vehicles may become difficult to identify in dark scenes. 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detection performance: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Low-quality night-time frames can make automated object detection more challenging. 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limitations: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visibility can affect the effectiveness of monitoring in offices, banks, campuses, parking areas, and residential societies. 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enhancement: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system is required to improve the visibility of night-time frames before performing object detection.</a:t>
            </a:r>
          </a:p>
          <a:p>
            <a:pPr>
              <a:lnSpc>
                <a:spcPct val="150000"/>
              </a:lnSpc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74320"/>
            <a:ext cx="17458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u="sng" dirty="0">
                <a:latin typeface="+mj-lt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90855"/>
            <a:ext cx="918185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night-time images and videos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brightness and visibility.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local contrast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CLAHE after brightness enhancement.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objects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persons, cars, motorcycles, and bicycles using YOLO11n.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video frames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 night-time surveillance.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clear surveillance output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detected objects and bounding boxes.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effect of enhancement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object detection performance.</a:t>
            </a:r>
          </a:p>
          <a:p>
            <a:pPr algn="just"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8012" y="274320"/>
            <a:ext cx="27974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 u="sng" dirty="0">
                <a:latin typeface="+mj-lt"/>
              </a:rPr>
              <a:t>System Workflow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C9EA58-5C35-6103-C38F-1BB48267F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9" y="797540"/>
            <a:ext cx="10520516" cy="5786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56332"/>
            <a:ext cx="21923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u="sng" dirty="0"/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385" y="822960"/>
            <a:ext cx="10972800" cy="6364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Acquisition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or load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night-time image/video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is processed frame-by-frame using OpenCV.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Night-Time Image Enhancement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Correction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improve brightness.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CLAHE (Contrast Limited Adaptive Histogram Equalization)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to improve local contrast and reveal details in dark regions.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 Detection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enhanced frame is passed to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pretrained model.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identifies objects and generates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 and confidence scores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confidence threshold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the current implementation.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 Generation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objects are displayed on the enhanced frame.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video, processed frames are combined and saved as the final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 detection video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25901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u="sng" dirty="0">
                <a:latin typeface="+mj-lt"/>
              </a:rPr>
              <a:t>Implementation</a:t>
            </a:r>
            <a:endParaRPr u="sng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4518" y="996006"/>
            <a:ext cx="788055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Correction + CLAHE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as the night-time enhancement module.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YOLO11n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object detection.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video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frames are processed individually and detection results are displayed using bounding boxes.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detection video is saved as an output file.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prototype 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0.40 confidence threshold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7FD4A-E871-DB7D-8DA8-30293B34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064" y="945166"/>
            <a:ext cx="2351683" cy="3883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92E126-6090-9C54-BE84-F559F098554B}"/>
              </a:ext>
            </a:extLst>
          </p:cNvPr>
          <p:cNvSpPr txBox="1"/>
          <p:nvPr/>
        </p:nvSpPr>
        <p:spPr>
          <a:xfrm>
            <a:off x="457199" y="5030996"/>
            <a:ext cx="7487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Software used </a:t>
            </a:r>
            <a:r>
              <a:rPr lang="en-IN" dirty="0"/>
              <a:t>: Python, OpenCV, </a:t>
            </a:r>
            <a:r>
              <a:rPr lang="en-IN" dirty="0" err="1"/>
              <a:t>Ultralytics</a:t>
            </a:r>
            <a:r>
              <a:rPr lang="en-IN" dirty="0"/>
              <a:t> YOLO11n, NumPy, VS Code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5120" y="347679"/>
            <a:ext cx="12534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u="sng" dirty="0">
                <a:latin typeface="+mj-lt"/>
              </a:rPr>
              <a:t>Results</a:t>
            </a:r>
            <a:endParaRPr u="sng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EA42F-1B36-BACD-BBF9-78FEF26B4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950" y="3684328"/>
            <a:ext cx="4706984" cy="2530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CB72AF-4B83-9A66-5CC5-B2A7E92F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957" y="3704969"/>
            <a:ext cx="4742775" cy="2509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826980-5C27-DA5B-C729-04A29AE9EBE1}"/>
              </a:ext>
            </a:extLst>
          </p:cNvPr>
          <p:cNvSpPr txBox="1"/>
          <p:nvPr/>
        </p:nvSpPr>
        <p:spPr>
          <a:xfrm>
            <a:off x="1746957" y="3314996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image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757D2-2CFF-BC06-6F11-48D7F4CBF878}"/>
              </a:ext>
            </a:extLst>
          </p:cNvPr>
          <p:cNvSpPr txBox="1"/>
          <p:nvPr/>
        </p:nvSpPr>
        <p:spPr>
          <a:xfrm>
            <a:off x="6698950" y="3319009"/>
            <a:ext cx="1772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Image detection: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764145-A25A-6FC2-5413-628A47726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523" y="902421"/>
            <a:ext cx="4439777" cy="24165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A36ACA-4659-643A-38D6-7EDCB1259DA4}"/>
              </a:ext>
            </a:extLst>
          </p:cNvPr>
          <p:cNvSpPr txBox="1"/>
          <p:nvPr/>
        </p:nvSpPr>
        <p:spPr>
          <a:xfrm>
            <a:off x="5428019" y="458627"/>
            <a:ext cx="166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Original Image 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24811"/>
            <a:ext cx="22131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u="sng" dirty="0">
                <a:latin typeface="+mj-lt"/>
              </a:rPr>
              <a:t>Future Scope</a:t>
            </a:r>
            <a:endParaRPr u="sng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3115" y="1029090"/>
            <a:ext cx="11665710" cy="3871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Real-Time Surveillance</a:t>
            </a:r>
            <a:r>
              <a:rPr lang="en-IN" dirty="0"/>
              <a:t> – Deploy the system for live CCTV video processing.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Face Recognition</a:t>
            </a:r>
            <a:r>
              <a:rPr lang="en-IN" dirty="0"/>
              <a:t> – Identify authorized and unauthorized persons.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Number Plate Recognition</a:t>
            </a:r>
            <a:r>
              <a:rPr lang="en-IN" dirty="0"/>
              <a:t> – Automatically detect and read vehicle number plates.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Smart Alerts</a:t>
            </a:r>
            <a:r>
              <a:rPr lang="en-IN" dirty="0"/>
              <a:t> – Generate alerts when specific objects or activities are detected.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Cloud Integration</a:t>
            </a:r>
            <a:r>
              <a:rPr lang="en-IN" dirty="0"/>
              <a:t> – Store enhanced videos and detection results on cloud platforms.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Edge Deployment</a:t>
            </a:r>
            <a:r>
              <a:rPr lang="en-IN" dirty="0"/>
              <a:t> – Run the system directly on edge devices for faster processing and reduced latency.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Advanced Enhancement</a:t>
            </a:r>
            <a:r>
              <a:rPr lang="en-IN" dirty="0"/>
              <a:t> – Explore deep-learning-based low-light enhancement for better results in extremely dark scenes.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510</Words>
  <Application>Microsoft Office PowerPoint</Application>
  <PresentationFormat>Custom</PresentationFormat>
  <Paragraphs>67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Smart Vision System for Night-Time Image Enhancement and Object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MAHATO</cp:lastModifiedBy>
  <cp:revision>10</cp:revision>
  <dcterms:created xsi:type="dcterms:W3CDTF">2013-01-27T09:14:16Z</dcterms:created>
  <dcterms:modified xsi:type="dcterms:W3CDTF">2026-09-29T13:40:26Z</dcterms:modified>
  <cp:category/>
</cp:coreProperties>
</file>